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632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3DA805-6EB5-4119-B853-71801D1188B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B5DD440-252D-43EF-84A8-4E137325585B}">
      <dgm:prSet/>
      <dgm:spPr/>
      <dgm:t>
        <a:bodyPr/>
        <a:lstStyle/>
        <a:p>
          <a:r>
            <a:rPr lang="en-US" b="1" i="0" baseline="0"/>
            <a:t>Efisiensi Layanan:</a:t>
          </a:r>
          <a:r>
            <a:rPr lang="en-US" b="0" i="0" baseline="0"/>
            <a:t> Menyediakan platform satu pintu (</a:t>
          </a:r>
          <a:r>
            <a:rPr lang="en-US" b="0" i="1" baseline="0"/>
            <a:t>one-stop solution</a:t>
          </a:r>
          <a:r>
            <a:rPr lang="en-US" b="0" i="0" baseline="0"/>
            <a:t>) yang mempermudah pengguna melakukan transaksi digital secara cepat dan praktis.</a:t>
          </a:r>
          <a:endParaRPr lang="en-US"/>
        </a:p>
      </dgm:t>
    </dgm:pt>
    <dgm:pt modelId="{035C594E-B539-4D1E-93DC-3AD6D9AABF55}" type="parTrans" cxnId="{C547E9EF-793D-4630-A6D0-2C473887937B}">
      <dgm:prSet/>
      <dgm:spPr/>
      <dgm:t>
        <a:bodyPr/>
        <a:lstStyle/>
        <a:p>
          <a:endParaRPr lang="en-US"/>
        </a:p>
      </dgm:t>
    </dgm:pt>
    <dgm:pt modelId="{486AEB17-1AC3-40FA-A5F2-97C30903D233}" type="sibTrans" cxnId="{C547E9EF-793D-4630-A6D0-2C473887937B}">
      <dgm:prSet/>
      <dgm:spPr/>
      <dgm:t>
        <a:bodyPr/>
        <a:lstStyle/>
        <a:p>
          <a:endParaRPr lang="en-US"/>
        </a:p>
      </dgm:t>
    </dgm:pt>
    <dgm:pt modelId="{764CE754-379F-4A65-93F1-951FED0EFD95}">
      <dgm:prSet/>
      <dgm:spPr/>
      <dgm:t>
        <a:bodyPr/>
        <a:lstStyle/>
        <a:p>
          <a:r>
            <a:rPr lang="en-US" b="1" i="0" baseline="0"/>
            <a:t>Keamanan Transaksi:</a:t>
          </a:r>
          <a:r>
            <a:rPr lang="en-US" b="0" i="0" baseline="0"/>
            <a:t> Membangun ekosistem pembayaran yang aman, transparan, dan terpercaya bagi komunitas gamer serta pengguna e-wallet.</a:t>
          </a:r>
          <a:endParaRPr lang="en-US"/>
        </a:p>
      </dgm:t>
    </dgm:pt>
    <dgm:pt modelId="{FF7AD122-752B-48FC-A636-D02C36BDE5AF}" type="parTrans" cxnId="{D8AEDE21-7FFF-4182-AB6F-D5992137E1BF}">
      <dgm:prSet/>
      <dgm:spPr/>
      <dgm:t>
        <a:bodyPr/>
        <a:lstStyle/>
        <a:p>
          <a:endParaRPr lang="en-US"/>
        </a:p>
      </dgm:t>
    </dgm:pt>
    <dgm:pt modelId="{8CA17E10-B031-4D78-8572-2364C2663204}" type="sibTrans" cxnId="{D8AEDE21-7FFF-4182-AB6F-D5992137E1BF}">
      <dgm:prSet/>
      <dgm:spPr/>
      <dgm:t>
        <a:bodyPr/>
        <a:lstStyle/>
        <a:p>
          <a:endParaRPr lang="en-US"/>
        </a:p>
      </dgm:t>
    </dgm:pt>
    <dgm:pt modelId="{FAC1834B-DB11-4941-91DD-BDFFF39F4B74}">
      <dgm:prSet/>
      <dgm:spPr/>
      <dgm:t>
        <a:bodyPr/>
        <a:lstStyle/>
        <a:p>
          <a:r>
            <a:rPr lang="en-US" b="1" i="0" baseline="0"/>
            <a:t>Aksesibilitas Digital:</a:t>
          </a:r>
          <a:r>
            <a:rPr lang="en-US" b="0" i="0" baseline="0"/>
            <a:t> Meningkatkan jangkauan layanan kebutuhan digi</a:t>
          </a:r>
          <a:r>
            <a:rPr lang="id-ID" b="0" i="0" baseline="0"/>
            <a:t>t</a:t>
          </a:r>
          <a:r>
            <a:rPr lang="en-US" b="0" i="0" baseline="0"/>
            <a:t>al agar lebih mudah diakses oleh berbagai lapisan masyarakat kapan saja.</a:t>
          </a:r>
          <a:endParaRPr lang="en-US"/>
        </a:p>
      </dgm:t>
    </dgm:pt>
    <dgm:pt modelId="{A44E6D88-B408-4292-BE2F-0C7F88D8EF93}" type="parTrans" cxnId="{334A9CED-9D8E-4AA9-A416-FC5F112F751B}">
      <dgm:prSet/>
      <dgm:spPr/>
      <dgm:t>
        <a:bodyPr/>
        <a:lstStyle/>
        <a:p>
          <a:endParaRPr lang="en-US"/>
        </a:p>
      </dgm:t>
    </dgm:pt>
    <dgm:pt modelId="{F7769E07-818B-4CA0-BCE4-B9814C2C6EA1}" type="sibTrans" cxnId="{334A9CED-9D8E-4AA9-A416-FC5F112F751B}">
      <dgm:prSet/>
      <dgm:spPr/>
      <dgm:t>
        <a:bodyPr/>
        <a:lstStyle/>
        <a:p>
          <a:endParaRPr lang="en-US"/>
        </a:p>
      </dgm:t>
    </dgm:pt>
    <dgm:pt modelId="{02EC8035-D6F3-4989-AFAC-152F18E29616}">
      <dgm:prSet/>
      <dgm:spPr/>
      <dgm:t>
        <a:bodyPr/>
        <a:lstStyle/>
        <a:p>
          <a:r>
            <a:rPr lang="en-US" b="1" i="0" baseline="0"/>
            <a:t>Optimalisasi User Experience:</a:t>
          </a:r>
          <a:r>
            <a:rPr lang="en-US" b="0" i="0" baseline="0"/>
            <a:t> Menghadirkan antarmuka yang modern dan responsif untuk meminimalisir hambatan teknis dalam proses pengisian saldo digital.</a:t>
          </a:r>
          <a:endParaRPr lang="en-US"/>
        </a:p>
      </dgm:t>
    </dgm:pt>
    <dgm:pt modelId="{8DF0CAA2-6CA7-41C0-B790-078C8E26BDC9}" type="parTrans" cxnId="{78819836-1F30-42C6-B2B5-4618B97BDFEA}">
      <dgm:prSet/>
      <dgm:spPr/>
      <dgm:t>
        <a:bodyPr/>
        <a:lstStyle/>
        <a:p>
          <a:endParaRPr lang="en-US"/>
        </a:p>
      </dgm:t>
    </dgm:pt>
    <dgm:pt modelId="{834E6108-A619-4E44-A632-540FEF5304E6}" type="sibTrans" cxnId="{78819836-1F30-42C6-B2B5-4618B97BDFEA}">
      <dgm:prSet/>
      <dgm:spPr/>
      <dgm:t>
        <a:bodyPr/>
        <a:lstStyle/>
        <a:p>
          <a:endParaRPr lang="en-US"/>
        </a:p>
      </dgm:t>
    </dgm:pt>
    <dgm:pt modelId="{F41D9840-CB4D-48A6-9D34-FD69A01D2D93}" type="pres">
      <dgm:prSet presAssocID="{073DA805-6EB5-4119-B853-71801D1188B7}" presName="linear" presStyleCnt="0">
        <dgm:presLayoutVars>
          <dgm:animLvl val="lvl"/>
          <dgm:resizeHandles val="exact"/>
        </dgm:presLayoutVars>
      </dgm:prSet>
      <dgm:spPr/>
    </dgm:pt>
    <dgm:pt modelId="{372B7E50-4B3F-42AD-98B6-0D586E57A679}" type="pres">
      <dgm:prSet presAssocID="{2B5DD440-252D-43EF-84A8-4E137325585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C2C571A-D974-40F0-9357-F80FF0D67401}" type="pres">
      <dgm:prSet presAssocID="{486AEB17-1AC3-40FA-A5F2-97C30903D233}" presName="spacer" presStyleCnt="0"/>
      <dgm:spPr/>
    </dgm:pt>
    <dgm:pt modelId="{10B481FC-1420-4EDF-9CC9-32B7FBA7F37D}" type="pres">
      <dgm:prSet presAssocID="{764CE754-379F-4A65-93F1-951FED0EFD9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2564DA4-7DA4-4DAA-B08B-906CBC40B52D}" type="pres">
      <dgm:prSet presAssocID="{8CA17E10-B031-4D78-8572-2364C2663204}" presName="spacer" presStyleCnt="0"/>
      <dgm:spPr/>
    </dgm:pt>
    <dgm:pt modelId="{22C7BC6E-A921-4EFD-9A9B-645C7EC5F6BA}" type="pres">
      <dgm:prSet presAssocID="{FAC1834B-DB11-4941-91DD-BDFFF39F4B7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93CF597-F64F-4471-A23A-ED12AEC7A93A}" type="pres">
      <dgm:prSet presAssocID="{F7769E07-818B-4CA0-BCE4-B9814C2C6EA1}" presName="spacer" presStyleCnt="0"/>
      <dgm:spPr/>
    </dgm:pt>
    <dgm:pt modelId="{CACD2930-C746-4F12-8A93-F961DCC513DD}" type="pres">
      <dgm:prSet presAssocID="{02EC8035-D6F3-4989-AFAC-152F18E2961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15AEE07-0402-4BB8-AA18-E17DCDDF16BB}" type="presOf" srcId="{764CE754-379F-4A65-93F1-951FED0EFD95}" destId="{10B481FC-1420-4EDF-9CC9-32B7FBA7F37D}" srcOrd="0" destOrd="0" presId="urn:microsoft.com/office/officeart/2005/8/layout/vList2"/>
    <dgm:cxn modelId="{908B941B-C85F-4F23-A317-331911E40951}" type="presOf" srcId="{2B5DD440-252D-43EF-84A8-4E137325585B}" destId="{372B7E50-4B3F-42AD-98B6-0D586E57A679}" srcOrd="0" destOrd="0" presId="urn:microsoft.com/office/officeart/2005/8/layout/vList2"/>
    <dgm:cxn modelId="{D8AEDE21-7FFF-4182-AB6F-D5992137E1BF}" srcId="{073DA805-6EB5-4119-B853-71801D1188B7}" destId="{764CE754-379F-4A65-93F1-951FED0EFD95}" srcOrd="1" destOrd="0" parTransId="{FF7AD122-752B-48FC-A636-D02C36BDE5AF}" sibTransId="{8CA17E10-B031-4D78-8572-2364C2663204}"/>
    <dgm:cxn modelId="{78819836-1F30-42C6-B2B5-4618B97BDFEA}" srcId="{073DA805-6EB5-4119-B853-71801D1188B7}" destId="{02EC8035-D6F3-4989-AFAC-152F18E29616}" srcOrd="3" destOrd="0" parTransId="{8DF0CAA2-6CA7-41C0-B790-078C8E26BDC9}" sibTransId="{834E6108-A619-4E44-A632-540FEF5304E6}"/>
    <dgm:cxn modelId="{11F2CD37-9125-4883-B847-7CC6E0FE1CD3}" type="presOf" srcId="{073DA805-6EB5-4119-B853-71801D1188B7}" destId="{F41D9840-CB4D-48A6-9D34-FD69A01D2D93}" srcOrd="0" destOrd="0" presId="urn:microsoft.com/office/officeart/2005/8/layout/vList2"/>
    <dgm:cxn modelId="{E8D04BB9-8C5A-48DA-9332-35BABFD8A1EA}" type="presOf" srcId="{FAC1834B-DB11-4941-91DD-BDFFF39F4B74}" destId="{22C7BC6E-A921-4EFD-9A9B-645C7EC5F6BA}" srcOrd="0" destOrd="0" presId="urn:microsoft.com/office/officeart/2005/8/layout/vList2"/>
    <dgm:cxn modelId="{4450FBB9-CD3F-4A0F-92C5-C7C72FB76A00}" type="presOf" srcId="{02EC8035-D6F3-4989-AFAC-152F18E29616}" destId="{CACD2930-C746-4F12-8A93-F961DCC513DD}" srcOrd="0" destOrd="0" presId="urn:microsoft.com/office/officeart/2005/8/layout/vList2"/>
    <dgm:cxn modelId="{334A9CED-9D8E-4AA9-A416-FC5F112F751B}" srcId="{073DA805-6EB5-4119-B853-71801D1188B7}" destId="{FAC1834B-DB11-4941-91DD-BDFFF39F4B74}" srcOrd="2" destOrd="0" parTransId="{A44E6D88-B408-4292-BE2F-0C7F88D8EF93}" sibTransId="{F7769E07-818B-4CA0-BCE4-B9814C2C6EA1}"/>
    <dgm:cxn modelId="{C547E9EF-793D-4630-A6D0-2C473887937B}" srcId="{073DA805-6EB5-4119-B853-71801D1188B7}" destId="{2B5DD440-252D-43EF-84A8-4E137325585B}" srcOrd="0" destOrd="0" parTransId="{035C594E-B539-4D1E-93DC-3AD6D9AABF55}" sibTransId="{486AEB17-1AC3-40FA-A5F2-97C30903D233}"/>
    <dgm:cxn modelId="{A94C66E3-EAFF-46C3-98F2-B974FE68B9C3}" type="presParOf" srcId="{F41D9840-CB4D-48A6-9D34-FD69A01D2D93}" destId="{372B7E50-4B3F-42AD-98B6-0D586E57A679}" srcOrd="0" destOrd="0" presId="urn:microsoft.com/office/officeart/2005/8/layout/vList2"/>
    <dgm:cxn modelId="{D5472A29-772B-4155-B818-5D811CDA5742}" type="presParOf" srcId="{F41D9840-CB4D-48A6-9D34-FD69A01D2D93}" destId="{BC2C571A-D974-40F0-9357-F80FF0D67401}" srcOrd="1" destOrd="0" presId="urn:microsoft.com/office/officeart/2005/8/layout/vList2"/>
    <dgm:cxn modelId="{DD0DF573-DB91-4FF0-BAB8-47C840046884}" type="presParOf" srcId="{F41D9840-CB4D-48A6-9D34-FD69A01D2D93}" destId="{10B481FC-1420-4EDF-9CC9-32B7FBA7F37D}" srcOrd="2" destOrd="0" presId="urn:microsoft.com/office/officeart/2005/8/layout/vList2"/>
    <dgm:cxn modelId="{5A022AB0-0C2A-4E7C-8CE3-A38AEB50DB5E}" type="presParOf" srcId="{F41D9840-CB4D-48A6-9D34-FD69A01D2D93}" destId="{C2564DA4-7DA4-4DAA-B08B-906CBC40B52D}" srcOrd="3" destOrd="0" presId="urn:microsoft.com/office/officeart/2005/8/layout/vList2"/>
    <dgm:cxn modelId="{5F399428-D9A7-4E2B-83FA-000D2F8B3F6F}" type="presParOf" srcId="{F41D9840-CB4D-48A6-9D34-FD69A01D2D93}" destId="{22C7BC6E-A921-4EFD-9A9B-645C7EC5F6BA}" srcOrd="4" destOrd="0" presId="urn:microsoft.com/office/officeart/2005/8/layout/vList2"/>
    <dgm:cxn modelId="{6A529688-DF6F-4F51-AF69-43F7698C47E5}" type="presParOf" srcId="{F41D9840-CB4D-48A6-9D34-FD69A01D2D93}" destId="{593CF597-F64F-4471-A23A-ED12AEC7A93A}" srcOrd="5" destOrd="0" presId="urn:microsoft.com/office/officeart/2005/8/layout/vList2"/>
    <dgm:cxn modelId="{4C712DAE-BDBE-4E46-A7C7-A4570C08F70E}" type="presParOf" srcId="{F41D9840-CB4D-48A6-9D34-FD69A01D2D93}" destId="{CACD2930-C746-4F12-8A93-F961DCC513D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2B7E50-4B3F-42AD-98B6-0D586E57A679}">
      <dsp:nvSpPr>
        <dsp:cNvPr id="0" name=""/>
        <dsp:cNvSpPr/>
      </dsp:nvSpPr>
      <dsp:spPr>
        <a:xfrm>
          <a:off x="0" y="547657"/>
          <a:ext cx="4697128" cy="8248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Efisiensi Layanan:</a:t>
          </a:r>
          <a:r>
            <a:rPr lang="en-US" sz="1500" b="0" i="0" kern="1200" baseline="0"/>
            <a:t> Menyediakan platform satu pintu (</a:t>
          </a:r>
          <a:r>
            <a:rPr lang="en-US" sz="1500" b="0" i="1" kern="1200" baseline="0"/>
            <a:t>one-stop solution</a:t>
          </a:r>
          <a:r>
            <a:rPr lang="en-US" sz="1500" b="0" i="0" kern="1200" baseline="0"/>
            <a:t>) yang mempermudah pengguna melakukan transaksi digital secara cepat dan praktis.</a:t>
          </a:r>
          <a:endParaRPr lang="en-US" sz="1500" kern="1200"/>
        </a:p>
      </dsp:txBody>
      <dsp:txXfrm>
        <a:off x="40266" y="587923"/>
        <a:ext cx="4616596" cy="744318"/>
      </dsp:txXfrm>
    </dsp:sp>
    <dsp:sp modelId="{10B481FC-1420-4EDF-9CC9-32B7FBA7F37D}">
      <dsp:nvSpPr>
        <dsp:cNvPr id="0" name=""/>
        <dsp:cNvSpPr/>
      </dsp:nvSpPr>
      <dsp:spPr>
        <a:xfrm>
          <a:off x="0" y="1415707"/>
          <a:ext cx="4697128" cy="8248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Keamanan Transaksi:</a:t>
          </a:r>
          <a:r>
            <a:rPr lang="en-US" sz="1500" b="0" i="0" kern="1200" baseline="0"/>
            <a:t> Membangun ekosistem pembayaran yang aman, transparan, dan terpercaya bagi komunitas gamer serta pengguna e-wallet.</a:t>
          </a:r>
          <a:endParaRPr lang="en-US" sz="1500" kern="1200"/>
        </a:p>
      </dsp:txBody>
      <dsp:txXfrm>
        <a:off x="40266" y="1455973"/>
        <a:ext cx="4616596" cy="744318"/>
      </dsp:txXfrm>
    </dsp:sp>
    <dsp:sp modelId="{22C7BC6E-A921-4EFD-9A9B-645C7EC5F6BA}">
      <dsp:nvSpPr>
        <dsp:cNvPr id="0" name=""/>
        <dsp:cNvSpPr/>
      </dsp:nvSpPr>
      <dsp:spPr>
        <a:xfrm>
          <a:off x="0" y="2283757"/>
          <a:ext cx="4697128" cy="8248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Aksesibilitas Digital:</a:t>
          </a:r>
          <a:r>
            <a:rPr lang="en-US" sz="1500" b="0" i="0" kern="1200" baseline="0"/>
            <a:t> Meningkatkan jangkauan layanan kebutuhan digi</a:t>
          </a:r>
          <a:r>
            <a:rPr lang="id-ID" sz="1500" b="0" i="0" kern="1200" baseline="0"/>
            <a:t>t</a:t>
          </a:r>
          <a:r>
            <a:rPr lang="en-US" sz="1500" b="0" i="0" kern="1200" baseline="0"/>
            <a:t>al agar lebih mudah diakses oleh berbagai lapisan masyarakat kapan saja.</a:t>
          </a:r>
          <a:endParaRPr lang="en-US" sz="1500" kern="1200"/>
        </a:p>
      </dsp:txBody>
      <dsp:txXfrm>
        <a:off x="40266" y="2324023"/>
        <a:ext cx="4616596" cy="744318"/>
      </dsp:txXfrm>
    </dsp:sp>
    <dsp:sp modelId="{CACD2930-C746-4F12-8A93-F961DCC513DD}">
      <dsp:nvSpPr>
        <dsp:cNvPr id="0" name=""/>
        <dsp:cNvSpPr/>
      </dsp:nvSpPr>
      <dsp:spPr>
        <a:xfrm>
          <a:off x="0" y="3151807"/>
          <a:ext cx="4697128" cy="8248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Optimalisasi User Experience:</a:t>
          </a:r>
          <a:r>
            <a:rPr lang="en-US" sz="1500" b="0" i="0" kern="1200" baseline="0"/>
            <a:t> Menghadirkan antarmuka yang modern dan responsif untuk meminimalisir hambatan teknis dalam proses pengisian saldo digital.</a:t>
          </a:r>
          <a:endParaRPr lang="en-US" sz="1500" kern="1200"/>
        </a:p>
      </dsp:txBody>
      <dsp:txXfrm>
        <a:off x="40266" y="3192073"/>
        <a:ext cx="4616596" cy="7443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BE2A2-43DB-4502-8D60-743181E11B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22A43B-7004-4C83-AE95-2811BCCD8E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5AF39-110E-4965-824B-5F3739177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2CFFC-282E-4D99-89B6-1CFF58E469ED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D0C35-4CFD-4F39-8F7F-C23E11FAC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B47DA-9E69-4166-98C7-CB23ECD79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6A887-F554-4BD4-9D9A-DC40382B7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004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A0E4C-EA92-4B28-8334-17440619A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06807-CA6A-449D-8046-FE75BAC4D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1206D-BD98-4C04-8404-A1D79AD6B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2CFFC-282E-4D99-89B6-1CFF58E469ED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2076F-8B1D-45C4-B964-E17F9D94B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AC2C8-F33F-48E1-963D-15E5FC38A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6A887-F554-4BD4-9D9A-DC40382B7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227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DB883-79B1-42D2-927A-C0BECBB0A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4EC171-9EA7-4D72-B4CD-C96B88255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678A2-ECD1-4CF0-A05B-D9C25B96A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2CFFC-282E-4D99-89B6-1CFF58E469ED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DC23C-BC25-42A5-8238-B1CE42C68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53EDE-CB8E-4AEB-B8E4-870EDE485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6A887-F554-4BD4-9D9A-DC40382B7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452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7DE30-9380-4134-8ABD-E9FE45DF9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50C63-EEBA-4B45-A406-F63844DDFF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49FE2D-929B-4E62-9EAF-C2E80CE0EC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E781BA-3E6A-4A2D-B301-9059FE4D2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2CFFC-282E-4D99-89B6-1CFF58E469ED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A5E1F1-8566-48C5-946E-8B9361F0C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D4DBFD-507D-4AC9-8740-627CCD846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6A887-F554-4BD4-9D9A-DC40382B7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992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BD424-CC17-441B-9F4B-30535727F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ABF175-57DC-4AC5-B0EF-110862980F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F400E9-4CED-485C-8471-A4B5CECFFC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2FC56E-50F4-4B21-A4E7-03876E3747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B691FA-AF2D-477F-88F1-3E87841E5A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D67046-FA86-48C0-8E3D-28D061C06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2CFFC-282E-4D99-89B6-1CFF58E469ED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C6EE9F-4CD0-44E0-847D-7848E7832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233A2-F67F-4DDB-857F-1A0E53DED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6A887-F554-4BD4-9D9A-DC40382B7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935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D6EB3-CBB2-4C1B-B65D-E81C8C837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5E6AA1-0B12-4AD2-8F05-30826E712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2CFFC-282E-4D99-89B6-1CFF58E469ED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FA19FF-3BE6-40A6-BB80-22D2D790F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44E0A3-50DE-485D-B844-500DB0745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6A887-F554-4BD4-9D9A-DC40382B7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303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75CDFE-EC34-4975-B6BD-25AA60465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2CFFC-282E-4D99-89B6-1CFF58E469ED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C37C18-9A5A-47F1-AD7E-8B3CEB240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0D528D-DFAA-41A8-BAEF-CC424E111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6A887-F554-4BD4-9D9A-DC40382B7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138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CCA05-6172-4638-BA62-5303B03E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09B28-009B-4C79-A340-03F3E340E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977D66-70DF-4ED8-B455-9CEED7BEA9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00EFDC-F8E3-4371-A4AF-6E9B21FDA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2CFFC-282E-4D99-89B6-1CFF58E469ED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26591B-4AD9-43EF-9C2E-381D4E40C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0C99A8-1F36-4376-9A43-F679D917A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6A887-F554-4BD4-9D9A-DC40382B7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330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5EEE6-2ED6-4D63-AACB-ABC777F4C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64CA42-C884-4C18-8FB9-80E0871612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0AA697-9EC0-4F73-BA0A-E49B565F39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7BB6AC-D901-4146-AFEE-EB44BCAC1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2CFFC-282E-4D99-89B6-1CFF58E469ED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36AA72-E1D4-4901-9B07-28DB54362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2F5222-02B4-4CD5-ACE4-A7F403776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6A887-F554-4BD4-9D9A-DC40382B7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85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DF29B-C68E-4E9E-880B-5BAD43F72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676F5E-C93F-4924-8311-38B1EE216E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A9D91-A29C-487D-BAA8-F764D0DEE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2CFFC-282E-4D99-89B6-1CFF58E469ED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B31DF-0C7C-4F6D-A38F-98A9DB7C4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213BE-700C-4BDD-A129-814946652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6A887-F554-4BD4-9D9A-DC40382B7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102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0B83DD-4B4F-4249-827C-DF6DBEC021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35ABAB-6ED9-4974-BD09-854C3ED57C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DBC50-D3E9-4F3C-9A3B-59D125C9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2CFFC-282E-4D99-89B6-1CFF58E469ED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FF288-2DDC-4B47-B64B-8F22BE76B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A1217-6CAE-481B-AE99-E185AFCB1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6A887-F554-4BD4-9D9A-DC40382B7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698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30B1A8-D47F-476B-A7A0-E97B660B1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748A35-7579-4465-86ED-449E55270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7A767-95C7-44FB-B7A4-B0C61F3469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B2CFFC-282E-4D99-89B6-1CFF58E469ED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49FD1-2FF5-4DC0-BF39-D80F1B4553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93474-6BBB-4210-BF98-49E299A2EC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36A887-F554-4BD4-9D9A-DC40382B7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331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1781593-56AA-412D-93AF-406ACD2DE5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d-ID" dirty="0">
                <a:solidFill>
                  <a:schemeClr val="bg1"/>
                </a:solidFill>
              </a:rPr>
              <a:t>Halo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9E574F2-AA3D-4795-A416-0D5B038D41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281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" name="Diagram 54">
            <a:extLst>
              <a:ext uri="{FF2B5EF4-FFF2-40B4-BE49-F238E27FC236}">
                <a16:creationId xmlns:a16="http://schemas.microsoft.com/office/drawing/2014/main" id="{E993723F-3961-4954-A667-814342403C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8458206"/>
              </p:ext>
            </p:extLst>
          </p:nvPr>
        </p:nvGraphicFramePr>
        <p:xfrm>
          <a:off x="7253572" y="1166842"/>
          <a:ext cx="4697128" cy="45243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61467F5-EA71-416E-AAB9-E3D88652CD3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7"/>
          <a:srcRect t="12719"/>
          <a:stretch/>
        </p:blipFill>
        <p:spPr>
          <a:xfrm>
            <a:off x="241300" y="2710575"/>
            <a:ext cx="6669637" cy="3420036"/>
          </a:xfr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5CBBB3F-9850-4F86-A3EC-349FFA1FA87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8"/>
          <a:srcRect t="10341"/>
          <a:stretch/>
        </p:blipFill>
        <p:spPr>
          <a:xfrm>
            <a:off x="241299" y="217645"/>
            <a:ext cx="6669639" cy="351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200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84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Halo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Andika</dc:creator>
  <cp:lastModifiedBy>Andika</cp:lastModifiedBy>
  <cp:revision>3</cp:revision>
  <dcterms:created xsi:type="dcterms:W3CDTF">2026-04-14T04:38:51Z</dcterms:created>
  <dcterms:modified xsi:type="dcterms:W3CDTF">2026-04-14T04:54:52Z</dcterms:modified>
</cp:coreProperties>
</file>